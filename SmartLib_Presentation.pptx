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486400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25880"/>
            <a:ext cx="82296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280160"/>
            <a:ext cx="3931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SMARTLIB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Raqamlashtirilgan Yagona Kutubxona Ekotizimi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754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Oliy ta'lim muassasalari, maktablar va ommaviy axborot-resurs markazlari (ARM) uchun to'liq avtomatlashtirilgan milliy platforma.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Maker-Checker 2-bosqichli xavfsiz oldi-berdi (0% kitob yo'qolishi)</a:t>
            </a:r>
            <a:br/>
            <a:r>
              <a:t>• Unikal dinamik QR-kod va brauzerdan 1 soniyada skaner</a:t>
            </a:r>
            <a:br/>
            <a:r>
              <a:t>• Yillik maqsad, reyting gamifikatsiyasi va vektorli PDF hujjatlar</a:t>
            </a:r>
            <a:br/>
            <a:r>
              <a:t>• 360/360 to'liq avtomatlashtirilgan auditdan o'tgan xavfsizlik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Muallif: Xusniddin G'ofurov  •  v2.4 Enterprise  • 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7376" y="950976"/>
            <a:ext cx="5047488" cy="5138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05840"/>
            <a:ext cx="4937760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60807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📷 SmartLib Bosh Sahifasi (Katalog va Qidiruv)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MUAMMO VA DOLZARBLIK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An'anaviy Kutubxonalarning 4 Asosiy Og'riqli Nuqtasi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Eski qog'oz kartotekalari va oddiy dasturlar keltirib chiqaradigan muammolar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📉 1. Kitoblar Yo'qolishi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An'anaviy tizimlarda talabalar kitobni olib, qaytarmasdan ketishi holatlari ko'p uchraydi.</a:t>
            </a:r>
            <a:br/>
            <a:br/>
            <a:r>
              <a:t>• Yillik fondning 15-20% qismi yo'qoladi.</a:t>
            </a:r>
            <a:br/>
            <a:r>
              <a:t>• Kim olgani qog'oz formulyarda o'chib ketadi.</a:t>
            </a:r>
            <a:br/>
            <a:r>
              <a:t>• Moliyaviy va ma'naviy zarar katta.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2024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📑 2. Qog'oz Chalkashliklari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Minglab qog'oz kartochkalar, formulyarlar yirtiladi va qidirish soatlab vaqt oladi.</a:t>
            </a:r>
            <a:br/>
            <a:br/>
            <a:r>
              <a:t>• Xodim vaqti samarasiz sarflanadi.</a:t>
            </a:r>
            <a:br/>
            <a:r>
              <a:t>• Bitta kitobni topish uchun javonma-javon izlash kerak bo'ladi.</a:t>
            </a:r>
            <a:br/>
            <a:r>
              <a:t>• Xatolar inson omiliga bog'liq.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⏳ 3. Navbatlar va Vaqt Sarfi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Talaba qidirgan kitobi kutubxonada bormi-yo'qligini bilish uchun zalga shaxsan keladi.</a:t>
            </a:r>
            <a:br/>
            <a:br/>
            <a:r>
              <a:t>• Uzoq navbatlar yuzaga keladi.</a:t>
            </a:r>
            <a:br/>
            <a:r>
              <a:t>• Kitob tugab qolgan bo'lsa, talaba sarson bo'ladi.</a:t>
            </a:r>
            <a:br/>
            <a:r>
              <a:t>• Masofaviy onlayn band qilish imkoni yo'q.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20240"/>
            <a:ext cx="2468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📊 4. Real Tahlil Yo'qligi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Rektorat, dekanat va mudirlar qaysi fakultet eng ko'p kitob o'qiyotganini ko'ra olmaydi.</a:t>
            </a:r>
            <a:br/>
            <a:br/>
            <a:r>
              <a:t>• Soxta hisobotlar xavfi yuqori.</a:t>
            </a:r>
            <a:br/>
            <a:r>
              <a:t>• Yangi adabiyotlar qaysi yo'nalishga kerakligi noaniq.</a:t>
            </a:r>
            <a:br/>
            <a:r>
              <a:t>• Raqamli statistika mavjud emas.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KONSEPSIYA VA YECHIM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SmartLib Qanday Yechim Beradi?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Kutubxonani zamonaviy Amazon yoki Apple Store kabi qulay va xavfsiz qilish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3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📚 100% Raqamli Fond va Unikal Inventar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Har bir kitob asari va uning kutubxonadagi har bir jismoniy nusxasi individual raqam (INV-...) oladi. Fonddagi har bir dona kitob tizimda aniq joyi va holati bilan qayd etiladi.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🤝 Maker-Checker Xavfsiz Oldi-Berdi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Talaba kitobni shunchaki 'oldim' deb belgila olmaydi. Faqat kutubxonachi maxsus 6-xonali OTP tasdiqlash kodini tekshirib, kitobni topshirganidagina ijara boshlanadi.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⚡ Bir Lahzada QR Identifikatsiya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Kitob javonidagi yoki muqovasidagi QR kodni telefon kamerasida skanerlash kifoya — kitob sahifasi ochiladi va bitta bosish bilan buyurtma beriladi.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🏆 Kitobxonlik Gamifikatsiyasi va Rag'bat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Yillik maqsadlar (Annual Goal), kitobxon darajalari ('Yangi kitobxon'dan 'Kitoblar Sultoni'gacha), avtomatik PDF guvohnoma va faxriy sertifikatlar yoshlarni mutolaaga jalb 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TEXNOLOGIK ARXITEKTURA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Ko'p Qatlamli Ishonchli Tizim Arxitekturasi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Yuqori xavfsizlik, modullilik va zaxiralash qatlamlari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4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1072865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📱 1. Foydalanuvchi Interfeysi (Client Layer)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Mobil PWA brauzer, planshet, noutbuk, brauzerdagi QR-skaner va kutubxonachi terminali. Responsive Bootstrap 5 + Tailwind CSS dizayni.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72865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🛡️ 2. Darvoza va Xavfsizlik Qatlami (Gateway &amp; Security)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Strict CSRF enforcement, XSS filtrlash, ko'p tillilik (UZ/RU/EN dinamik i18n dvigateli) va RBAC rollar boshqaruvi.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72865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⚙️ 3. Asosiy Ilova Modullari (Django Backend Services)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Django 6.1 + Python 3.12: Users (HEMIS integratsiyasi), Books &amp; Copies (Fond generatori), Maker-Checker FSM, Reports &amp; BI, P2P Book Exchange.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72865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💾 4. Ma'lumotlar Bazasi va Butunlik (Persistence Layer)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SQLite WAL / PostgreSQL, UniqueConstraint poyga holati himoyasi va avtomatik xavfsiz onlayn zaxiralash (tools/safe_backup.py).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FOYDALANUVCHILAR VA ROLLAR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Role-Based Access Control (RBAC) Matritsasi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Har bir toifa uchun moslashtirilgan ro'yxatdan o'tish va ruxsatlar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5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4754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👥 Tabaqalashtirilgan Rollar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SmartLib turli xil foydalanuvchilar uchun moslashuvchan formalarni taqdim etadi:</a:t>
            </a:r>
            <a:br/>
            <a:br/>
            <a:r>
              <a:t>🎓 Talaba (HEMIS): Student ID, Fakultet, Guruh, ARM</a:t>
            </a:r>
            <a:br/>
            <a:r>
              <a:t>🏫 O'quvchi (Maktab): Sinf raqami, Sinf harfi, Ota-ona telefoni</a:t>
            </a:r>
            <a:br/>
            <a:r>
              <a:t>🏡 Mustaqil Kitobxon: Mahalla nomi, Ko'cha, Uy, Kasbi</a:t>
            </a:r>
            <a:br/>
            <a:r>
              <a:t>👩‍💼 Kutubxonachi: ARM filiali, tasdiqlash stoli</a:t>
            </a:r>
            <a:br/>
            <a:r>
              <a:t>⚡ Bosh Admin: Superuser to'liq huquqlari</a:t>
            </a:r>
            <a:br/>
            <a:br/>
            <a:r>
              <a:t>Tanlangan rolga qarab profil va imkoniyatlar avtomatik moslashadi.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05856" y="1865376"/>
            <a:ext cx="5779008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920240"/>
            <a:ext cx="566928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608076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📷 Dasturning Haqiqiy Ro'yxatdan O'tish Ekrani (Rollar Bo'yicha)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FOND BOSHQARUVI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Kitob Asari va Alohida Jismoniy Nusxalar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Fonddagi har bir dona kitobni individual kuzatish mexanizmi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6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4754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📚 Book vs BookCopy Modeli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Kutubxonada bitta kitobdan 10 ta nusxa bo'lsa, har bir nusxa unikal inventar raqamiga ega:</a:t>
            </a:r>
            <a:br/>
            <a:br/>
            <a:r>
              <a:t>• Asar (Book): Bibliografik ma'lumotlar, annotatsiya, PDF, muallif, narx.</a:t>
            </a:r>
            <a:br/>
            <a:r>
              <a:t>• Nusxa (BookCopy): INV-1-1, INV-1-2 ... INV-1-10.</a:t>
            </a:r>
            <a:br/>
            <a:r>
              <a:t>• Mavjudlik holati: Javonda bo'sh yoki kitobxon qo'lida band.</a:t>
            </a:r>
            <a:br/>
            <a:r>
              <a:t>• Avtomatik sinxronizatsiya: Nusxalar soni oshganda yangi inventar raqamlar darhol hosil qilinadi.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05856" y="1865376"/>
            <a:ext cx="5779008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920240"/>
            <a:ext cx="566928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608076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📷 Dasturning Haqiqiy Bosh Sahifasi (Fond, Janrlar va Qidiruv)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QR TEXNOLOGIYASI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Unikal QR-Kod va Bir Lahzada Identifikatsiya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Har bir kitobga bevosita URL havola va kamerada skanerlash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4754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⚡ Kitob Tafsilotlari va QR Tizim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Har bir asar kartochkasida real vaqt ma'lumotlari mavjud:</a:t>
            </a:r>
            <a:br/>
            <a:br/>
            <a:r>
              <a:t>• Kitob muqovasi va unikal QR-kod</a:t>
            </a:r>
            <a:br/>
            <a:r>
              <a:t>• ISBN, Nashriyot, Yil, UO'K (UDC) va betlar soni</a:t>
            </a:r>
            <a:br/>
            <a:r>
              <a:t>• Mavjud / Jami nusxalar hisoblagichi</a:t>
            </a:r>
            <a:br/>
            <a:r>
              <a:t>• Elektron PDF nusxasini mutolaa qilish</a:t>
            </a:r>
            <a:br/>
            <a:r>
              <a:t>• 1 klikda 'Kitobni olish' yoki 'Navbatga turish' tugmalari</a:t>
            </a:r>
            <a:br/>
            <a:r>
              <a:t>• Kitobxonlarning yulduzcha baholari (1-5) va sharhlari.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05856" y="1865376"/>
            <a:ext cx="5779008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book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920240"/>
            <a:ext cx="566928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608076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📷 Dasturdagi Haqiqiy Kitob Kartochkasi va QR Kod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ASOSIY XAVFSIZLIK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Maker-Checker: 2 Bosqichli Xavfsiz Oldi-Berdi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Kitoblar yo'qolishini 100% bartaraf etuvchi 6-xonali OTP va jismoniy tasdiqlash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8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📱 1-Qadam: Talaba So'rovi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Talaba kitob sahifasida 'Kitobni olish' tugmasini bosadi.</a:t>
            </a:r>
            <a:br/>
            <a:br/>
            <a:r>
              <a:t>• Holat: borrow_pending</a:t>
            </a:r>
            <a:br/>
            <a:r>
              <a:t>• Tizim 6-xonali unikal tasdiqlash kodini generatsiya qiladi (Masalan: #849201)</a:t>
            </a:r>
            <a:br/>
            <a:r>
              <a:t>• Kitob nusxasi boshqalar ololmasligi uchun zudlik bilan band qilinadi.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🤝 2-Qadam: Stolda Tekshiruv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Talaba kutubxonachiga borib kitobni so'raydi va 6-xonali kodni aytadi.</a:t>
            </a:r>
            <a:br/>
            <a:br/>
            <a:r>
              <a:t>• Kutubxonachi o'z ekranida ushbu talaba va kitobni ko'radi.</a:t>
            </a:r>
            <a:br/>
            <a:r>
              <a:t>• Kodni tekshiradi va kitobni talabaga qo'liga tutqazadi.</a:t>
            </a:r>
            <a:br/>
            <a:r>
              <a:t>• 'Tasdiqlash (Berildi)' tugmasini bosadi.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4134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✅ 3-Qadam: Faol Ijara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Kitob talaba hisobiga to'liq o'tadi.</a:t>
            </a:r>
            <a:br/>
            <a:br/>
            <a:r>
              <a:t>• Holat: active</a:t>
            </a:r>
            <a:br/>
            <a:r>
              <a:t>• 10 kunlik qaytarish muddati hisoblana boshlaydi.</a:t>
            </a:r>
            <a:br/>
            <a:r>
              <a:t>• Qayd etiladi: issued_by = Mas'ul kutubxonachi.</a:t>
            </a:r>
            <a:br/>
            <a:r>
              <a:t>• Kitob yo'qolishi imkoni 0% ga tushadi!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QAYTARISH JARAYONI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Kitobni Qaytarish va Navbatdagilarga Uzatish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Topshirish so'rovi va kutubxonachining qabul qilib olish jurnali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9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📦 1. Topshirish So'rovi (return_pending)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Kitobxon shaxsiy kabinetida 'Topshirish' tugmasini bosadi. Tizim yangi 6-xonali topshirish kodini hosil qiladi va talabaga: 'Kitobni kutubxonaga olib boring' deb ko'rsatadi.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🔍 2. Kutubxonachining Jismoniy Qabuli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Kutubxonachi kitobning butunligini tekshiradi va panelda 'Qabul qilish' tugmasini bosadi. Baza avtomatik is_returned=True qiladi va nusxa fondda yana bo'shaydi.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🔔 3. Navbatdagi Talabaga Avto-Xabar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Agar ushbu kitobga boshqa talabalar navbatda turgan bo'lsa, tizim 1-o'rindagi talabaga avtomatik bildirishnoma yuboradi: 'Siz kutgan kitob bo'shadi!'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1480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📑 4. To'liq Audit Jurnali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Tarixda ikkita xodim ismi muhrlanadi: kitobni bergan (issued_by) va qabul qilgan (received_by). Hech bir amal o'chirilmaydi.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KUTUBXONACHI INTERFEYSI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Kutubxonachi Paneli (/librarian/ Desk)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Xodimlar uchun barcha amallarni 1-2 klikda boshqarish stoli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10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4754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👩‍💼 Kutubxona Boshqaruvi Imkoniyatlari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Kutubxonachi paneli orqali barcha jarayonlar to'liq nazorat qilinadi:</a:t>
            </a:r>
            <a:br/>
            <a:br/>
            <a:r>
              <a:t>🟡 Olish so'rovlari: Talabaning 6-xonali kodi bilan tasdiqlash.</a:t>
            </a:r>
            <a:br/>
            <a:r>
              <a:t>🔵 Topshirish so'rovlari: Kitobni qaytarib olish va fondga qo'shish.</a:t>
            </a:r>
            <a:br/>
            <a:r>
              <a:t>🟢 Hozir o'qilayotganlar: Muddati o'tgan kitoblar monitoringi.</a:t>
            </a:r>
            <a:br/>
            <a:r>
              <a:t>📜 Ijaralar tarixi: Kim bergan va kim qabul qilgan jurnali.</a:t>
            </a:r>
            <a:br/>
            <a:r>
              <a:t>🔍 Tezkor qidiruv: Talaba ismi, telefon, kitob nomi yoki kod bo'yicha filter.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05856" y="1865376"/>
            <a:ext cx="5779008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librarian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920240"/>
            <a:ext cx="566928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608076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📷 Dasturning Haqiqiy Kutubxonachi Paneli (Jonli So'rovlar)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NAVBAT VA ZAXIRA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Aqlli Navbat Tizimi (Reservation Queue)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Kitob tugab qolgan bo'lsa ham foydalanuvchi quruq qo'l bilan qaytmaydi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11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👥 FIFO (First-In, First-Out) Tamoyili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Agar talabgir kitobning (masalan, «Clean Code») barcha nusxalari band bo'lsa, 'Kitobni olish' tugmasi o'rniga 'Navbatga yozilish' paydo bo'ladi.</a:t>
            </a:r>
            <a:br/>
            <a:br/>
            <a:r>
              <a:t>• Talabalar navbatga o'z vaqtiga qarab joylashadi.</a:t>
            </a:r>
            <a:br/>
            <a:r>
              <a:t>• 1-o'rindagi talaba kitob bo'shashini birinchi kutadi.</a:t>
            </a:r>
            <a:br/>
            <a:r>
              <a:t>• Navbatlar shaffof va o'zgartirib bo'lmaydi.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🔔 Avtomatik Bildirishnomalar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Oldingi kitobxon kitobni kutubxonaga qaytargan soniyada:</a:t>
            </a:r>
            <a:br/>
            <a:br/>
            <a:r>
              <a:t>• Tizim 1-navbatdagi kitobxonga darhol xabar chiqaradi.</a:t>
            </a:r>
            <a:br/>
            <a:r>
              <a:t>• Kitob kartochkasida unga 'Kitobni olish' tugmasi ochiladi.</a:t>
            </a:r>
            <a:br/>
            <a:r>
              <a:t>• Talaba kelib kitobni oladi yoki navbatni bekor qiladi.</a:t>
            </a:r>
            <a:br/>
            <a:r>
              <a:t>• Kitob kutubxonada chang bosib yotmaydi, doimiy aylanmada bo'ladi.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FOYDALANUVCHI TAJRIBASI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Kitobxonning Shaxsiy Kabineti va Reytingi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O'qish rejalari, darajalar va o'qilgan kitoblar monitoringi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4754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👑 Foydalanuvchi Profili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Shaxsiy kabinetda kitobxon uchun barcha qulayliklar yaratilgan:</a:t>
            </a:r>
            <a:br/>
            <a:br/>
            <a:r>
              <a:t>🎯 Yillik Reja: Maqsad qo'yish va foizli progress bar</a:t>
            </a:r>
            <a:br/>
            <a:r>
              <a:t>👑 Kitobxonlik darajalari: 'Yangi'dan 'Kitoblar Sultoni'gacha</a:t>
            </a:r>
            <a:br/>
            <a:r>
              <a:t>🪪 Elektron Guvohnoma: 1 klikda ID-Karta PDF yuklab olish</a:t>
            </a:r>
            <a:br/>
            <a:r>
              <a:t>🏆 Faxriy Sertifikat: Portfolio uchun rasmiy diplom</a:t>
            </a:r>
            <a:br/>
            <a:r>
              <a:t>📖 Qo'ldagi kitoblar: 6-xonali tasdiqlash kodlari bilan</a:t>
            </a:r>
            <a:br/>
            <a:r>
              <a:t>❤️ Sevimli kitoblar ro'yxati (Favorites)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05856" y="1865376"/>
            <a:ext cx="5779008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920240"/>
            <a:ext cx="566928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608076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📷 Dasturdagi Haqiqiy Kitobxon Profili va Rejasi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PDF HUJJATLAR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Elektron ID-Karta va Faxriy Sertifikatlar (PDF)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ReportLab kutubxonasi yordamida avtomatik vektorli hujjatlar generatsiyasi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13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🪪 Elektron A'zolik Guvohnomasi (ID-Card PDF)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Kutubxonaga a'zo bo'lgan har bir shaxs uchun tayyor bo'ladigan rasmiy hujjat:</a:t>
            </a:r>
            <a:br/>
            <a:br/>
            <a:r>
              <a:t>• Talabaning fotosurati, F.I.Sh. va roli</a:t>
            </a:r>
            <a:br/>
            <a:r>
              <a:t>• HEMIS Student ID, Fakultet va Guruh nomi</a:t>
            </a:r>
            <a:br/>
            <a:r>
              <a:t>• Kutubxona eshigida skanerlanuvchi shaxsiy QR-kodi</a:t>
            </a:r>
            <a:br/>
            <a:r>
              <a:t>• Rasmiy gerb va ARM muhri bilan rasmiylashtirilgan vektor dizayn.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🏆 Faol Kitobxon Faxriy Sertifikati (Honors PDF)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Yillik maqsadini bajargan yoki faol kitob o'qigan kitobxonlar uchun beriladigan rasmiy diplom:</a:t>
            </a:r>
            <a:br/>
            <a:br/>
            <a:r>
              <a:t>• Oltin hoshiyali, rasmiy sertifikat dizayni</a:t>
            </a:r>
            <a:br/>
            <a:r>
              <a:t>• O'qilgan kitoblar soni va erishilgan natija</a:t>
            </a:r>
            <a:br/>
            <a:r>
              <a:t>• Talabalar portfoliosi va stipendiyalar tanlovlari uchun tasdiqlovchi hujjat.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ANALYTICS VA HISOBOTLAR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Tahliliy Hisobotlar va BI Dashboard (/reports/)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Rahbariyat va kutubxona mudiri uchun chuqur analitika va eksport imkoniyati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14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4754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📊 Kutubxona Tahlili va Eksport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Rahbariyat uchun zarur barcha ko'rsatkichlar bitta oynada:</a:t>
            </a:r>
            <a:br/>
            <a:br/>
            <a:r>
              <a:t>📊 Jami kitoblar, nusxalar va o'qilayotganlar statistikasi</a:t>
            </a:r>
            <a:br/>
            <a:r>
              <a:t>⚠️ Qarzdorlar va muddati o'tgan kitoblar monitoringi</a:t>
            </a:r>
            <a:br/>
            <a:r>
              <a:t>🏛️ Fakultetlar kesimida kitobxonlik grafigi</a:t>
            </a:r>
            <a:br/>
            <a:r>
              <a:t>⭐ Top-5 eng o'qilgan kitoblar reytingi</a:t>
            </a:r>
            <a:br/>
            <a:r>
              <a:t>📥 1 klikda rasmiy PDF hisobot yuklab olish</a:t>
            </a:r>
            <a:br/>
            <a:r>
              <a:t>📗 Excel (.xlsx) formatida to'liq eksport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05856" y="1865376"/>
            <a:ext cx="5779008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920240"/>
            <a:ext cx="566928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608076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📷 Dasturning Haqiqiy Hisobotlar Ekrani (/reports/)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MAHALLIYLASHTIRISH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3 Tilli Interfeys (UZ / RU / 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Bir lahzada tilni almashtirish va xalqaro talabalarga to'liq moslashuvchanlik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15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🇺🇿 O'zbek Tili (UZ)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Lotin alifbosidagi asosiy milliy interfeys.</a:t>
            </a:r>
            <a:br/>
            <a:br/>
            <a:r>
              <a:t>• Ta'lim standartlariga mos atamalar</a:t>
            </a:r>
            <a:br/>
            <a:r>
              <a:t>• Mahalla, HEMIS va ARM tizimlari bilan to'liq uyg'unlik</a:t>
            </a:r>
            <a:br/>
            <a:r>
              <a:t>• 100% barcha bildirishnomalar va xabarlar o'zbek tilida.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🇷🇺 Русский Язык (RU)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Xorijiy talabalar va rus guruhlari uchun to'liq mahalliylashtirish.</a:t>
            </a:r>
            <a:br/>
            <a:br/>
            <a:r>
              <a:t>• Каталог книг, карточки и фильтры</a:t>
            </a:r>
            <a:br/>
            <a:r>
              <a:t>• Панель библиотекаря и подтверждение кодов</a:t>
            </a:r>
            <a:br/>
            <a:r>
              <a:t>• Полный перевод всех страниц без перезагрузки.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4134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🇬🇧 English (EN)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International student and researcher ready interface.</a:t>
            </a:r>
            <a:br/>
            <a:br/>
            <a:r>
              <a:t>• Standard library cataloguing terms</a:t>
            </a:r>
            <a:br/>
            <a:r>
              <a:t>• Full English UI: Borrowing, Reservations, Analytics, and ID Card export</a:t>
            </a:r>
            <a:br/>
            <a:r>
              <a:t>• Global academic compatibility.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DIZAYN VA ERGONOMIYA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Tungi va Kunduzgi Rejim (Dual Theme Engine)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Ko'z charchoqlarining oldini oluvchi yuqori kontrastli zamonaviy dizayn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16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☀️ Kunduzgi Rejim (Light Mode)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Oq fonda aniq qora va to'q ko'k ranglar:</a:t>
            </a:r>
            <a:br/>
            <a:br/>
            <a:r>
              <a:t>• Quyoshli kutubxona zallarida yoki dars vaqtida o'qish uchun maksimal qulaylik</a:t>
            </a:r>
            <a:br/>
            <a:r>
              <a:t>• Yuqori kontrast (WCAG 2.1 AA standarti talablariga to'liq javob beradi)</a:t>
            </a:r>
            <a:br/>
            <a:r>
              <a:t>• Oq-qora chop etishda mukammal ko'rinish.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🌙 Tungi Rejim (Dark Mode)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To'q ko'k (#0b1120) va qora palitra:</a:t>
            </a:r>
            <a:br/>
            <a:br/>
            <a:r>
              <a:t>• Kechki payt yotoqxonada yoki uyda kitob mutolaa qiluvchi talabalar uchun ko'zni asraydi</a:t>
            </a:r>
            <a:br/>
            <a:r>
              <a:t>• OLED va AMOLED ekranlarda mobil batareyani tejaydi</a:t>
            </a:r>
            <a:br/>
            <a:r>
              <a:t>• Zamonaviy va nafis ko'rinish.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EKOTIZIM VA JAMOAT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P2P (Peer-to-Peer) Kitob Almashish Platformasi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Talaba va kitobxonlarning o'zaro shaxsiy kutubxonalarini birlashtiruvchi ekologiya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🤝 Kutubxona faqat bitta bino bilan cheklanmaydi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SmartLib P2P moduli orqali har bir foydalanuvchi o'z uyidagi yoki javonidagi shaxsiy kitoblarini tizimga kiritishi mumkin.</a:t>
            </a:r>
            <a:br/>
            <a:br/>
            <a:r>
              <a:t>• Do'stlar va kursdoshlar bir-birining kitoblarini ko'radi.</a:t>
            </a:r>
            <a:br/>
            <a:r>
              <a:t>• O'zaro vaqtincha almashish so'rovlari yuboriladi.</a:t>
            </a:r>
            <a:br/>
            <a:r>
              <a:t>• Kutubxona fondidan tashqaridagi minglab nodir kitoblar muomalaga kiradi.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⚡ Mustaqil Node.js Mikroservisi (Port 3001)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Tezkor va xavfsiz muloqot dvigateli:</a:t>
            </a:r>
            <a:br/>
            <a:br/>
            <a:r>
              <a:t>• Express + REST API asosidagi yengil servis</a:t>
            </a:r>
            <a:br/>
            <a:r>
              <a:t>• Kitobxonlar o'rtasida to'g'ridan-to'g'ri aloqa</a:t>
            </a:r>
            <a:br/>
            <a:r>
              <a:t>• Universitetda kitobxonlik madaniyati va jamoaviy intellektual muhitni 10 barobar kuchaytiradi.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AXBOROT XAVFSIZLIGI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Kiberxavfsizlik va Zero Data Loss Standarti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Ma'lumotlar ustiga yozilib ketishi va xavfsizlik zaifliklarining mutlaq oldini olish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18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47548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🛡️ Himoyalangan Boshqaruv (Admin)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Tizim xavfsizligi yuqori darajada ta'minlangan:</a:t>
            </a:r>
            <a:br/>
            <a:br/>
            <a:r>
              <a:t>🔒 UniqueConstraint: Baza poygasi (Race Condition) himoyasi</a:t>
            </a:r>
            <a:br/>
            <a:r>
              <a:t>🛡️ Strict CSRF &amp; IDOR: Begona ma'lumotlarga ruxsatsiz teginish man etilgan</a:t>
            </a:r>
            <a:br/>
            <a:r>
              <a:t>💾 Zero Data Loss: Mavjud ma'lumotlar ustiga bo'sh yozib ketish taqiqlangan</a:t>
            </a:r>
            <a:br/>
            <a:r>
              <a:t>⚙️ SQLite WAL Online Backup: Baza to'xtovsiz xavfsiz zaxiralanadi</a:t>
            </a:r>
            <a:br/>
            <a:r>
              <a:t>⚡ Django Admin: Boshqaruvchilar uchun qat'iy audit jurnali.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05856" y="1865376"/>
            <a:ext cx="5779008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920240"/>
            <a:ext cx="566928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608076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📷 Dasturning Django Admin Boshqaruv Ekrani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SIFAT KAFOLATI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Avtomatlashtirilgan Audit: 360/360 Test Muvaffaqiyati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Har bir o'zgarishdan keyin to'liq avtomatik regressiya va xavfsizlik sinovi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19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657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💯 360 / 360 Testlar Yashil (Pass)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SmartLib to'liq sinovdan o'tgan:</a:t>
            </a:r>
            <a:br/>
            <a:br/>
            <a:r>
              <a:t>• 0 ta xatolik</a:t>
            </a:r>
            <a:br/>
            <a:r>
              <a:t>• 0 ta server crash (500 error)</a:t>
            </a:r>
            <a:br/>
            <a:r>
              <a:t>• 0 ta ma'lumot yo'qotilishi</a:t>
            </a:r>
            <a:br/>
            <a:br/>
            <a:r>
              <a:t>System check identified no issues (0 silenced).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920240"/>
            <a:ext cx="67052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🧪 Sinovdan O'tgan Qamrovlar (tools/audit.py)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Audit dasturi asosiy bazaga tegmasdan, xotirada virtual klon yaratib barcha sahifalarni sinovdan o'tkazadi:</a:t>
            </a:r>
            <a:br/>
            <a:br/>
            <a:r>
              <a:t>✔ Anonim foydalanuvchi: XSS urinishlari, SQLi, 404 sahifalar, ruxsatsiz yo'llar (302/403)</a:t>
            </a:r>
            <a:br/>
            <a:r>
              <a:t>✔ Ro'yxatdan o'tish: Talaba, o'quvchi va fuqaro oqimlari, parollar mosligi, dublikat loginlar</a:t>
            </a:r>
            <a:br/>
            <a:r>
              <a:t>✔ Maker-Checker: Kitob olish &amp;rarr; OTP generatsiyasi &amp;rarr; Kutubxonachi tasdig'i &amp;rarr; Topshirish &amp;rarr; Qabul</a:t>
            </a:r>
            <a:br/>
            <a:r>
              <a:t>✔ CSRF hujum simulyatsiyasi: Token bo'lmaganda 403 xato berilishi</a:t>
            </a:r>
            <a:br/>
            <a:r>
              <a:t>✔ Barcha 3 tilda (UZ, RU, EN) sahifalarning mukammal yuklanishi.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SMARTLIB ARM  •  XULOSA VA KELAJAK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Xulosa va SmartLib 2.0 Yo'l Xaritasi (Roadmap)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Kutubxona faoliyatini to'liq raqamlashtirish va kelajakdagi kengaytirishlar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0515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20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SMARTLIB: Raqamlashtirilgan Yagona Kutubxona Ekotizimi  |  Muallif: Xusniddin G'ofurov  |  2026 Enterprise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🎓 1. HEMIS To'liq API Integratsiyasi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Oliy ta'lim vazirligi HEMIS axborot tizimi bilan to'liq ikki tomonlama integratsiya:</a:t>
            </a:r>
            <a:br/>
            <a:br/>
            <a:r>
              <a:t>• Talaba universitetga qabul qilinganda avtomatik kutubxona a'zosi bo'ladi.</a:t>
            </a:r>
            <a:br/>
            <a:r>
              <a:t>• Talaba o'qigan kitoblar uning talabalik reyting daftarchasiga (transkriptiga) yoziladi.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🤖 2. Telegram Bot Ekotizimi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Muddati yaqinlashgan kitoblar bo'yicha talabaning shaxsiy Telegramiga eslatma yuborish:</a:t>
            </a:r>
            <a:br/>
            <a:br/>
            <a:r>
              <a:t>• 'Kitobingiz topshirish muddatiga 2 kun qoldi'</a:t>
            </a:r>
            <a:br/>
            <a:r>
              <a:t>• Bot orqali kitoblarni qidirish va navbatga turish</a:t>
            </a:r>
            <a:br/>
            <a:r>
              <a:t>• Kutubxonachi uchun yangi so'rovlar haqida bildirishnoma.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4134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📡 3. RFID Datchiklar va Turniket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Kutubxona eshigiga aqlli RFID turniketlar o'rnatish:</a:t>
            </a:r>
            <a:br/>
            <a:br/>
            <a:r>
              <a:t>• Talaba kitobni ruxsatsiz olib chiqmoqchi bo'lsa, eshik signal chaladi.</a:t>
            </a:r>
            <a:br/>
            <a:r>
              <a:t>• Self-checkout (O'zi xizmat ko'rsatish) stollari orqali kitob olish imkoni.</a:t>
            </a:r>
            <a:br/>
            <a:r>
              <a:t>• SmartLib 2.0 to'liq avtonom kutubxona tizimi.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